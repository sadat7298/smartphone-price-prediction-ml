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7" r:id="rId5"/>
    <p:sldId id="266" r:id="rId6"/>
    <p:sldId id="261" r:id="rId7"/>
    <p:sldId id="262" r:id="rId8"/>
    <p:sldId id="263" r:id="rId9"/>
    <p:sldId id="264" r:id="rId10"/>
    <p:sldId id="26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82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0A29A-578E-4BF9-BC1E-FCC7688DEF15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D999F-5677-4F53-B539-5883D86A5B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86067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0A29A-578E-4BF9-BC1E-FCC7688DEF15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D999F-5677-4F53-B539-5883D86A5B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2402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0A29A-578E-4BF9-BC1E-FCC7688DEF15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D999F-5677-4F53-B539-5883D86A5B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896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0A29A-578E-4BF9-BC1E-FCC7688DEF15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D999F-5677-4F53-B539-5883D86A5B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4771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0A29A-578E-4BF9-BC1E-FCC7688DEF15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D999F-5677-4F53-B539-5883D86A5B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20345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0A29A-578E-4BF9-BC1E-FCC7688DEF15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D999F-5677-4F53-B539-5883D86A5B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4099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0A29A-578E-4BF9-BC1E-FCC7688DEF15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D999F-5677-4F53-B539-5883D86A5B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0108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0A29A-578E-4BF9-BC1E-FCC7688DEF15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D999F-5677-4F53-B539-5883D86A5B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4758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0A29A-578E-4BF9-BC1E-FCC7688DEF15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D999F-5677-4F53-B539-5883D86A5B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04939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0A29A-578E-4BF9-BC1E-FCC7688DEF15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D999F-5677-4F53-B539-5883D86A5B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0520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0A29A-578E-4BF9-BC1E-FCC7688DEF15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D999F-5677-4F53-B539-5883D86A5B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6522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70A29A-578E-4BF9-BC1E-FCC7688DEF15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DD999F-5677-4F53-B539-5883D86A5B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7489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 smtClean="0"/>
              <a:t>Smartphone Data Analysis &amp; Budget Prediction Using Machine Learning</a:t>
            </a:r>
            <a:endParaRPr lang="en-IN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 smtClean="0"/>
              <a:t>Name</a:t>
            </a:r>
            <a:r>
              <a:rPr lang="en-US" dirty="0" smtClean="0"/>
              <a:t>:- </a:t>
            </a:r>
            <a:r>
              <a:rPr lang="en-US" dirty="0" err="1" smtClean="0"/>
              <a:t>Sadit</a:t>
            </a:r>
            <a:r>
              <a:rPr lang="en-US" dirty="0" smtClean="0"/>
              <a:t> </a:t>
            </a:r>
            <a:r>
              <a:rPr lang="en-US" dirty="0" err="1" smtClean="0"/>
              <a:t>Reyaz</a:t>
            </a:r>
            <a:r>
              <a:rPr lang="en-US" smtClean="0"/>
              <a:t>.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994342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           Problem Statement &amp; Objective 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349" y="1690688"/>
            <a:ext cx="11125913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 smtClean="0"/>
              <a:t>Problem Statement</a:t>
            </a:r>
          </a:p>
          <a:p>
            <a:r>
              <a:rPr lang="en-US" sz="2400" dirty="0" smtClean="0"/>
              <a:t>Smartphone companies collect large amounts of customer, product, and rating data.</a:t>
            </a:r>
          </a:p>
          <a:p>
            <a:r>
              <a:rPr lang="en-US" sz="2400" dirty="0" smtClean="0"/>
              <a:t>Analyzing this data helps understand customer preferences and product pricing.</a:t>
            </a:r>
          </a:p>
          <a:p>
            <a:r>
              <a:rPr lang="en-US" sz="2400" dirty="0" smtClean="0"/>
              <a:t>Manual analysis is difficult because of the large amount of data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 smtClean="0"/>
              <a:t>Objective</a:t>
            </a:r>
          </a:p>
          <a:p>
            <a:r>
              <a:rPr lang="en-US" dirty="0" smtClean="0"/>
              <a:t>Analyze smartphone datasets.</a:t>
            </a:r>
          </a:p>
          <a:p>
            <a:r>
              <a:rPr lang="en-US" dirty="0" smtClean="0"/>
              <a:t>Merge multiple datasets into one dataset.</a:t>
            </a:r>
          </a:p>
          <a:p>
            <a:r>
              <a:rPr lang="en-US" dirty="0" smtClean="0"/>
              <a:t>Perform exploratory data analysis (EDA).</a:t>
            </a:r>
          </a:p>
          <a:p>
            <a:r>
              <a:rPr lang="en-US" dirty="0" smtClean="0"/>
              <a:t>Create a new feature called </a:t>
            </a:r>
            <a:r>
              <a:rPr lang="en-US" b="1" dirty="0" err="1" smtClean="0"/>
              <a:t>Marketing_Budget</a:t>
            </a:r>
            <a:r>
              <a:rPr lang="en-US" dirty="0" smtClean="0"/>
              <a:t>.</a:t>
            </a:r>
          </a:p>
          <a:p>
            <a:r>
              <a:rPr lang="en-US" dirty="0" smtClean="0"/>
              <a:t>Build a Linear Regression model to predict the marketing budget.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7829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                  Dataset Description</a:t>
            </a:r>
            <a:endParaRPr lang="en-IN" b="1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>
          <a:xfrm>
            <a:off x="0" y="1825624"/>
            <a:ext cx="6019800" cy="6916723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 smtClean="0"/>
              <a:t>The Project uses three datasets:</a:t>
            </a:r>
          </a:p>
          <a:p>
            <a:pPr marL="0" indent="0">
              <a:buNone/>
            </a:pPr>
            <a:r>
              <a:rPr lang="en-US" sz="1600" b="1" dirty="0" smtClean="0"/>
              <a:t>Users Dataset</a:t>
            </a:r>
            <a:r>
              <a:rPr lang="en-US" sz="1600" dirty="0" smtClean="0"/>
              <a:t>:</a:t>
            </a:r>
          </a:p>
          <a:p>
            <a:r>
              <a:rPr lang="en-US" sz="1600" dirty="0" smtClean="0"/>
              <a:t>User ID</a:t>
            </a:r>
          </a:p>
          <a:p>
            <a:r>
              <a:rPr lang="en-US" sz="1600" dirty="0" smtClean="0"/>
              <a:t>Name</a:t>
            </a:r>
          </a:p>
          <a:p>
            <a:r>
              <a:rPr lang="en-US" sz="1600" dirty="0" smtClean="0"/>
              <a:t>Region</a:t>
            </a:r>
          </a:p>
          <a:p>
            <a:r>
              <a:rPr lang="en-US" sz="1600" dirty="0" smtClean="0"/>
              <a:t>Salary</a:t>
            </a:r>
          </a:p>
          <a:p>
            <a:r>
              <a:rPr lang="en-US" sz="1600" dirty="0" smtClean="0"/>
              <a:t>Age</a:t>
            </a:r>
          </a:p>
          <a:p>
            <a:r>
              <a:rPr lang="en-US" sz="1600" dirty="0" smtClean="0"/>
              <a:t>Gender</a:t>
            </a:r>
          </a:p>
          <a:p>
            <a:r>
              <a:rPr lang="en-US" sz="1600" dirty="0" smtClean="0"/>
              <a:t>Occupation</a:t>
            </a:r>
          </a:p>
          <a:p>
            <a:pPr marL="0" indent="0">
              <a:buNone/>
            </a:pPr>
            <a:r>
              <a:rPr lang="en-US" sz="1600" b="1" dirty="0" smtClean="0"/>
              <a:t>Cellphones Dataset:</a:t>
            </a:r>
          </a:p>
          <a:p>
            <a:r>
              <a:rPr lang="en-US" sz="1600" dirty="0" smtClean="0"/>
              <a:t>Brand</a:t>
            </a:r>
          </a:p>
          <a:p>
            <a:r>
              <a:rPr lang="en-US" sz="1600" dirty="0" smtClean="0"/>
              <a:t>Model</a:t>
            </a:r>
          </a:p>
          <a:p>
            <a:r>
              <a:rPr lang="en-US" sz="1600" dirty="0" smtClean="0"/>
              <a:t>Price</a:t>
            </a:r>
          </a:p>
          <a:p>
            <a:r>
              <a:rPr lang="en-US" sz="1600" dirty="0" smtClean="0"/>
              <a:t>Ram</a:t>
            </a:r>
          </a:p>
          <a:p>
            <a:r>
              <a:rPr lang="en-US" sz="1600" dirty="0" smtClean="0"/>
              <a:t>Battery</a:t>
            </a:r>
          </a:p>
          <a:p>
            <a:r>
              <a:rPr lang="en-US" sz="1600" dirty="0" smtClean="0"/>
              <a:t>Screen Size</a:t>
            </a:r>
          </a:p>
          <a:p>
            <a:pPr marL="0" indent="0">
              <a:buNone/>
            </a:pPr>
            <a:r>
              <a:rPr lang="en-US" sz="1600" b="1" dirty="0" smtClean="0"/>
              <a:t>Ratings Dataset:</a:t>
            </a:r>
          </a:p>
          <a:p>
            <a:r>
              <a:rPr lang="en-US" sz="1600" dirty="0" smtClean="0"/>
              <a:t>User ID</a:t>
            </a:r>
          </a:p>
          <a:p>
            <a:r>
              <a:rPr lang="en-US" sz="1600" dirty="0" smtClean="0"/>
              <a:t>Cellphone ID</a:t>
            </a:r>
          </a:p>
          <a:p>
            <a:r>
              <a:rPr lang="en-US" sz="1600" dirty="0" smtClean="0"/>
              <a:t>Rating</a:t>
            </a:r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/>
          </a:p>
          <a:p>
            <a:endParaRPr lang="en-IN" sz="1600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2770" y="2618264"/>
            <a:ext cx="3680460" cy="2766060"/>
          </a:xfrm>
        </p:spPr>
      </p:pic>
    </p:spTree>
    <p:extLst>
      <p:ext uri="{BB962C8B-B14F-4D97-AF65-F5344CB8AC3E}">
        <p14:creationId xmlns:p14="http://schemas.microsoft.com/office/powerpoint/2010/main" val="3261207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      </a:t>
            </a:r>
            <a:r>
              <a:rPr lang="en-US" b="1" dirty="0" smtClean="0"/>
              <a:t>Data Cleaning &amp; Merging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1825625"/>
            <a:ext cx="6019800" cy="4351338"/>
          </a:xfrm>
        </p:spPr>
        <p:txBody>
          <a:bodyPr>
            <a:normAutofit/>
          </a:bodyPr>
          <a:lstStyle/>
          <a:p>
            <a:r>
              <a:rPr lang="en-US" sz="1600" dirty="0" smtClean="0"/>
              <a:t>Missing values were checked.</a:t>
            </a:r>
          </a:p>
          <a:p>
            <a:r>
              <a:rPr lang="en-US" sz="1600" dirty="0" smtClean="0"/>
              <a:t>The datasets were merged using User ID and Cellphone ID.</a:t>
            </a:r>
          </a:p>
          <a:p>
            <a:r>
              <a:rPr lang="en-US" sz="1600" dirty="0" smtClean="0"/>
              <a:t>Duplicate records were removed.</a:t>
            </a:r>
          </a:p>
          <a:p>
            <a:r>
              <a:rPr lang="en-US" sz="1600" dirty="0" smtClean="0"/>
              <a:t>A single merged dataset was created.</a:t>
            </a:r>
          </a:p>
          <a:p>
            <a:r>
              <a:rPr lang="en-US" sz="1600" dirty="0" smtClean="0"/>
              <a:t>The merged dataset contains all important smartphone information.</a:t>
            </a:r>
            <a:endParaRPr lang="en-IN" sz="1600" dirty="0"/>
          </a:p>
        </p:txBody>
      </p:sp>
      <p:pic>
        <p:nvPicPr>
          <p:cNvPr id="11" name="Content Placeholder 10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597" y="1690688"/>
            <a:ext cx="6548641" cy="1368000"/>
          </a:xfr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1238" y="3238634"/>
            <a:ext cx="7020000" cy="35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88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        Exploratory Data Analysis(EDA) </a:t>
            </a:r>
            <a:endParaRPr lang="en-IN" b="1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>
          <a:xfrm>
            <a:off x="68366" y="1825625"/>
            <a:ext cx="5951434" cy="4351338"/>
          </a:xfrm>
        </p:spPr>
        <p:txBody>
          <a:bodyPr>
            <a:normAutofit/>
          </a:bodyPr>
          <a:lstStyle/>
          <a:p>
            <a:r>
              <a:rPr lang="en-US" sz="2000" dirty="0" smtClean="0"/>
              <a:t>Distribution of ratings was analyzed.</a:t>
            </a:r>
          </a:p>
          <a:p>
            <a:r>
              <a:rPr lang="en-US" sz="2000" dirty="0" smtClean="0"/>
              <a:t>Relationship between smartphone price and ratings was studied.</a:t>
            </a:r>
          </a:p>
          <a:p>
            <a:r>
              <a:rPr lang="en-US" sz="2000" dirty="0" smtClean="0"/>
              <a:t>Region-wise average smartphone price was calculated.</a:t>
            </a:r>
          </a:p>
          <a:p>
            <a:r>
              <a:rPr lang="en-US" sz="2000" dirty="0" smtClean="0"/>
              <a:t>Data visualization helped identify patterns.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8529" y="1494286"/>
            <a:ext cx="4286936" cy="2774747"/>
          </a:xfr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0658" y="4456156"/>
            <a:ext cx="3600000" cy="2014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34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                   Feature Engineering</a:t>
            </a:r>
            <a:endParaRPr lang="en-IN" b="1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0" y="1825625"/>
            <a:ext cx="60198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 smtClean="0"/>
              <a:t>A new feature called </a:t>
            </a:r>
            <a:r>
              <a:rPr lang="en-US" sz="1600" b="1" dirty="0" err="1" smtClean="0"/>
              <a:t>Marketing_Budget</a:t>
            </a:r>
            <a:r>
              <a:rPr lang="en-US" sz="1600" dirty="0" smtClean="0"/>
              <a:t>  was created.</a:t>
            </a:r>
          </a:p>
          <a:p>
            <a:pPr marL="0" indent="0">
              <a:buNone/>
            </a:pPr>
            <a:r>
              <a:rPr lang="en-US" sz="1600" dirty="0" smtClean="0"/>
              <a:t>Formula used:</a:t>
            </a:r>
          </a:p>
          <a:p>
            <a:pPr marL="0" indent="0">
              <a:buNone/>
            </a:pPr>
            <a:r>
              <a:rPr lang="en-US" sz="1600" b="1" dirty="0" err="1" smtClean="0"/>
              <a:t>Marketing_Budge</a:t>
            </a:r>
            <a:r>
              <a:rPr lang="en-US" sz="1600" dirty="0" err="1" smtClean="0"/>
              <a:t>t</a:t>
            </a:r>
            <a:r>
              <a:rPr lang="en-US" sz="1600" dirty="0" smtClean="0"/>
              <a:t> = Price * 0.30</a:t>
            </a:r>
          </a:p>
          <a:p>
            <a:pPr marL="0" indent="0">
              <a:buNone/>
            </a:pPr>
            <a:r>
              <a:rPr lang="en-US" sz="1600" dirty="0" smtClean="0"/>
              <a:t>This means 30% of the smartphone price is considered as the marketing budget.</a:t>
            </a:r>
          </a:p>
          <a:p>
            <a:pPr marL="0" indent="0">
              <a:buNone/>
            </a:pPr>
            <a:r>
              <a:rPr lang="en-US" sz="1600" dirty="0" smtClean="0"/>
              <a:t>The new feature was verified after creation.</a:t>
            </a:r>
            <a:endParaRPr lang="en-IN" sz="1600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1463" y="1825625"/>
            <a:ext cx="5181600" cy="1673225"/>
          </a:xfrm>
        </p:spPr>
      </p:pic>
    </p:spTree>
    <p:extLst>
      <p:ext uri="{BB962C8B-B14F-4D97-AF65-F5344CB8AC3E}">
        <p14:creationId xmlns:p14="http://schemas.microsoft.com/office/powerpoint/2010/main" val="713584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                    Data Preprocessing</a:t>
            </a:r>
            <a:endParaRPr lang="en-IN" b="1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0" y="1825625"/>
            <a:ext cx="60198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 smtClean="0"/>
              <a:t>Before training the model</a:t>
            </a:r>
          </a:p>
          <a:p>
            <a:r>
              <a:rPr lang="en-US" sz="1600" dirty="0" smtClean="0"/>
              <a:t>Categorical columns were encoded.</a:t>
            </a:r>
          </a:p>
          <a:p>
            <a:r>
              <a:rPr lang="en-US" sz="1600" dirty="0" smtClean="0"/>
              <a:t>Correlation analysis was performed.</a:t>
            </a:r>
          </a:p>
          <a:p>
            <a:r>
              <a:rPr lang="en-US" sz="1600" dirty="0" smtClean="0"/>
              <a:t>Features and target variables were selected.</a:t>
            </a:r>
          </a:p>
          <a:p>
            <a:r>
              <a:rPr lang="en-US" sz="1600" dirty="0" smtClean="0"/>
              <a:t>Data was prepared for machine learning.</a:t>
            </a:r>
          </a:p>
          <a:p>
            <a:pPr marL="0" indent="0">
              <a:buNone/>
            </a:pPr>
            <a:r>
              <a:rPr lang="en-US" sz="1600" dirty="0" smtClean="0"/>
              <a:t>The target variable is</a:t>
            </a:r>
          </a:p>
          <a:p>
            <a:pPr marL="0" indent="0">
              <a:buNone/>
            </a:pPr>
            <a:r>
              <a:rPr lang="en-US" sz="1600" b="1" dirty="0" err="1" smtClean="0"/>
              <a:t>Marketing_Budget</a:t>
            </a:r>
            <a:endParaRPr lang="en-US" sz="1600" b="1" dirty="0" smtClean="0"/>
          </a:p>
          <a:p>
            <a:pPr marL="0" indent="0">
              <a:buNone/>
            </a:pPr>
            <a:r>
              <a:rPr lang="en-US" sz="1600" dirty="0" smtClean="0"/>
              <a:t>The feature set excludes the target variable and price.</a:t>
            </a:r>
            <a:endParaRPr lang="en-IN" sz="1600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6204" y="1690688"/>
            <a:ext cx="5181600" cy="3273510"/>
          </a:xfrm>
        </p:spPr>
      </p:pic>
    </p:spTree>
    <p:extLst>
      <p:ext uri="{BB962C8B-B14F-4D97-AF65-F5344CB8AC3E}">
        <p14:creationId xmlns:p14="http://schemas.microsoft.com/office/powerpoint/2010/main" val="3202356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                </a:t>
            </a:r>
            <a:r>
              <a:rPr lang="en-US" b="1" dirty="0" smtClean="0"/>
              <a:t>Model Building</a:t>
            </a:r>
            <a:endParaRPr lang="en-IN" b="1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0" y="1825625"/>
            <a:ext cx="60198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 smtClean="0"/>
              <a:t>Machine Learning  Algorithm Used :- Linear Regression</a:t>
            </a:r>
          </a:p>
          <a:p>
            <a:pPr marL="0" indent="0">
              <a:buNone/>
            </a:pPr>
            <a:r>
              <a:rPr lang="en-US" sz="1600" b="1" dirty="0" smtClean="0"/>
              <a:t>Steps:-</a:t>
            </a:r>
          </a:p>
          <a:p>
            <a:r>
              <a:rPr lang="en-US" sz="1600" dirty="0" smtClean="0"/>
              <a:t>Selected input features(X)</a:t>
            </a:r>
          </a:p>
          <a:p>
            <a:r>
              <a:rPr lang="en-US" sz="1600" dirty="0" smtClean="0"/>
              <a:t>Selected target variable(Y)</a:t>
            </a:r>
          </a:p>
          <a:p>
            <a:r>
              <a:rPr lang="en-US" sz="1600" dirty="0" smtClean="0"/>
              <a:t>Split the dataset into training and testing data.</a:t>
            </a:r>
          </a:p>
          <a:p>
            <a:r>
              <a:rPr lang="en-US" sz="1600" dirty="0" smtClean="0"/>
              <a:t>Trained the Linear Regression model</a:t>
            </a:r>
          </a:p>
          <a:p>
            <a:r>
              <a:rPr lang="en-US" sz="1600" dirty="0" smtClean="0"/>
              <a:t>Generated predictions</a:t>
            </a:r>
          </a:p>
          <a:p>
            <a:endParaRPr lang="en-IN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2392" y="1690688"/>
            <a:ext cx="5181600" cy="687651"/>
          </a:xfr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4976" y="2692530"/>
            <a:ext cx="5875020" cy="3421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708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           </a:t>
            </a:r>
            <a:r>
              <a:rPr lang="en-US" b="1" dirty="0" smtClean="0"/>
              <a:t>Model Evaluation</a:t>
            </a:r>
            <a:endParaRPr lang="en-IN" b="1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0" y="1825625"/>
            <a:ext cx="60198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 smtClean="0"/>
              <a:t>The model performance was evaluated using</a:t>
            </a:r>
          </a:p>
          <a:p>
            <a:r>
              <a:rPr lang="en-US" sz="1600" dirty="0" smtClean="0"/>
              <a:t>Mean Absolute Error(</a:t>
            </a:r>
            <a:r>
              <a:rPr lang="en-US" sz="1600" b="1" dirty="0" smtClean="0"/>
              <a:t>MAE</a:t>
            </a:r>
            <a:r>
              <a:rPr lang="en-US" sz="1600" dirty="0" smtClean="0"/>
              <a:t>)</a:t>
            </a:r>
          </a:p>
          <a:p>
            <a:r>
              <a:rPr lang="en-US" sz="1600" dirty="0" smtClean="0"/>
              <a:t>Mean Squared Error(</a:t>
            </a:r>
            <a:r>
              <a:rPr lang="en-US" sz="1600" b="1" dirty="0" smtClean="0"/>
              <a:t>MSE</a:t>
            </a:r>
            <a:r>
              <a:rPr lang="en-US" sz="1600" dirty="0" smtClean="0"/>
              <a:t>)</a:t>
            </a:r>
          </a:p>
          <a:p>
            <a:r>
              <a:rPr lang="en-US" sz="1600" dirty="0" smtClean="0"/>
              <a:t>Root Mean Squared Error(</a:t>
            </a:r>
            <a:r>
              <a:rPr lang="en-US" sz="1600" b="1" dirty="0" smtClean="0"/>
              <a:t>RMS</a:t>
            </a:r>
            <a:r>
              <a:rPr lang="en-US" sz="1600" dirty="0" smtClean="0"/>
              <a:t>E)</a:t>
            </a:r>
          </a:p>
          <a:p>
            <a:r>
              <a:rPr lang="en-US" sz="1600" dirty="0" smtClean="0"/>
              <a:t>R^2 Score</a:t>
            </a:r>
          </a:p>
          <a:p>
            <a:r>
              <a:rPr lang="en-US" sz="1600" dirty="0" smtClean="0"/>
              <a:t>These metrics measure the prediction accuracy of the model.</a:t>
            </a:r>
            <a:endParaRPr lang="en-IN" sz="1600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9753" y="1184850"/>
            <a:ext cx="3535680" cy="1623060"/>
          </a:xfr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3187" y="3304648"/>
            <a:ext cx="5588813" cy="3418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16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               Conclusion &amp; Future Scope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825625"/>
            <a:ext cx="1135380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 smtClean="0"/>
              <a:t>Conclusion:</a:t>
            </a:r>
          </a:p>
          <a:p>
            <a:r>
              <a:rPr lang="en-US" dirty="0" smtClean="0"/>
              <a:t>Successfully analyzed smartphone datasets.</a:t>
            </a:r>
          </a:p>
          <a:p>
            <a:r>
              <a:rPr lang="en-US" dirty="0" smtClean="0"/>
              <a:t>Merged three datasets into one.</a:t>
            </a:r>
          </a:p>
          <a:p>
            <a:r>
              <a:rPr lang="en-US" dirty="0" smtClean="0"/>
              <a:t>Created a new feature called </a:t>
            </a:r>
            <a:r>
              <a:rPr lang="en-US" dirty="0" err="1" smtClean="0"/>
              <a:t>Marketing_Budget</a:t>
            </a:r>
            <a:r>
              <a:rPr lang="en-US" dirty="0" smtClean="0"/>
              <a:t>.</a:t>
            </a:r>
          </a:p>
          <a:p>
            <a:r>
              <a:rPr lang="en-US" dirty="0" smtClean="0"/>
              <a:t>Built a Linear Regression model.</a:t>
            </a:r>
          </a:p>
          <a:p>
            <a:r>
              <a:rPr lang="en-US" dirty="0" smtClean="0"/>
              <a:t>Generate predictions successfully.</a:t>
            </a:r>
          </a:p>
          <a:p>
            <a:pPr marL="0" indent="0">
              <a:buNone/>
            </a:pPr>
            <a:r>
              <a:rPr lang="en-US" b="1" dirty="0" smtClean="0"/>
              <a:t>Future Scope:</a:t>
            </a:r>
          </a:p>
          <a:p>
            <a:r>
              <a:rPr lang="en-US" dirty="0" smtClean="0"/>
              <a:t>Use Large Datasets.</a:t>
            </a:r>
          </a:p>
          <a:p>
            <a:r>
              <a:rPr lang="en-US" dirty="0" smtClean="0"/>
              <a:t>Try advanced machine learning algorithms.</a:t>
            </a:r>
          </a:p>
          <a:p>
            <a:r>
              <a:rPr lang="en-US" dirty="0" smtClean="0"/>
              <a:t>Build a web application for smartphone analysis.</a:t>
            </a:r>
          </a:p>
          <a:p>
            <a:r>
              <a:rPr lang="en-US" dirty="0" smtClean="0"/>
              <a:t>Improve Prediction accuracy.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7329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544</TotalTime>
  <Words>417</Words>
  <Application>Microsoft Office PowerPoint</Application>
  <PresentationFormat>Widescreen</PresentationFormat>
  <Paragraphs>90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 Smartphone Data Analysis &amp; Budget Prediction Using Machine Learning</vt:lpstr>
      <vt:lpstr>           Problem Statement &amp; Objective </vt:lpstr>
      <vt:lpstr>                  Dataset Description</vt:lpstr>
      <vt:lpstr>               Data Cleaning &amp; Merging</vt:lpstr>
      <vt:lpstr>        Exploratory Data Analysis(EDA) </vt:lpstr>
      <vt:lpstr>                   Feature Engineering</vt:lpstr>
      <vt:lpstr>                    Data Preprocessing</vt:lpstr>
      <vt:lpstr>                         Model Building</vt:lpstr>
      <vt:lpstr>                    Model Evaluation</vt:lpstr>
      <vt:lpstr>               Conclusion &amp; Future Scope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Lenovo</cp:lastModifiedBy>
  <cp:revision>23</cp:revision>
  <dcterms:created xsi:type="dcterms:W3CDTF">2026-06-30T05:17:10Z</dcterms:created>
  <dcterms:modified xsi:type="dcterms:W3CDTF">2026-07-01T11:38:26Z</dcterms:modified>
</cp:coreProperties>
</file>